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0" r:id="rId2"/>
    <p:sldId id="265" r:id="rId3"/>
    <p:sldId id="271" r:id="rId4"/>
    <p:sldId id="266" r:id="rId5"/>
    <p:sldId id="272" r:id="rId6"/>
    <p:sldId id="267" r:id="rId7"/>
    <p:sldId id="273" r:id="rId8"/>
    <p:sldId id="268" r:id="rId9"/>
    <p:sldId id="264" r:id="rId10"/>
    <p:sldId id="269" r:id="rId11"/>
    <p:sldId id="274" r:id="rId12"/>
    <p:sldId id="263" r:id="rId13"/>
    <p:sldId id="27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37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8/13/2025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8/13/2025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8/13/2025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8/13/2025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8/13/2025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8/13/2025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8/13/2025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8/13/2025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8/13/2025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8/13/2025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8/13/2025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8/13/2025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8/13/2025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8/13/2025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8/13/2025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8/13/2025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8/13/2025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8/13/2025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1E759B-55C9-41FC-B05D-9679F89A6D54}"/>
              </a:ext>
            </a:extLst>
          </p:cNvPr>
          <p:cNvSpPr txBox="1"/>
          <p:nvPr/>
        </p:nvSpPr>
        <p:spPr>
          <a:xfrm>
            <a:off x="647272" y="2644170"/>
            <a:ext cx="8499296" cy="784830"/>
          </a:xfrm>
          <a:prstGeom prst="rect">
            <a:avLst/>
          </a:prstGeom>
          <a:noFill/>
        </p:spPr>
        <p:txBody>
          <a:bodyPr wrap="square">
            <a:spAutoFit/>
          </a:bodyPr>
          <a:lstStyle/>
          <a:p>
            <a:r>
              <a:rPr lang="en-US" sz="4500" b="1" dirty="0">
                <a:latin typeface="Times New Roman" panose="02020603050405020304" pitchFamily="18" charset="0"/>
                <a:cs typeface="Times New Roman" panose="02020603050405020304" pitchFamily="18" charset="0"/>
              </a:rPr>
              <a:t>What is Data?</a:t>
            </a:r>
            <a:endParaRPr lang="en-IN" sz="4500" dirty="0"/>
          </a:p>
        </p:txBody>
      </p:sp>
      <p:pic>
        <p:nvPicPr>
          <p:cNvPr id="5" name="Picture 4">
            <a:extLst>
              <a:ext uri="{FF2B5EF4-FFF2-40B4-BE49-F238E27FC236}">
                <a16:creationId xmlns:a16="http://schemas.microsoft.com/office/drawing/2014/main" id="{5ACE14FD-C86E-6DEF-CA74-7C36AE17DDCE}"/>
              </a:ext>
            </a:extLst>
          </p:cNvPr>
          <p:cNvPicPr>
            <a:picLocks noChangeAspect="1"/>
          </p:cNvPicPr>
          <p:nvPr/>
        </p:nvPicPr>
        <p:blipFill>
          <a:blip r:embed="rId2"/>
          <a:stretch>
            <a:fillRect/>
          </a:stretch>
        </p:blipFill>
        <p:spPr>
          <a:xfrm>
            <a:off x="5283218" y="1632257"/>
            <a:ext cx="6040391" cy="3751401"/>
          </a:xfrm>
          <a:prstGeom prst="rect">
            <a:avLst/>
          </a:prstGeom>
        </p:spPr>
      </p:pic>
    </p:spTree>
    <p:extLst>
      <p:ext uri="{BB962C8B-B14F-4D97-AF65-F5344CB8AC3E}">
        <p14:creationId xmlns:p14="http://schemas.microsoft.com/office/powerpoint/2010/main" val="2510866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760819-94AC-D53C-EF8A-80B8B404F865}"/>
              </a:ext>
            </a:extLst>
          </p:cNvPr>
          <p:cNvSpPr txBox="1"/>
          <p:nvPr/>
        </p:nvSpPr>
        <p:spPr>
          <a:xfrm>
            <a:off x="1109607" y="1037691"/>
            <a:ext cx="8455631" cy="335476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What is Data?</a:t>
            </a:r>
          </a:p>
          <a:p>
            <a:pPr algn="just"/>
            <a:br>
              <a:rPr lang="en-US" sz="24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Data refers to raw, unorganized facts and figures that need to be processed. When data is processed, organized, or structured in a given context, it becomes meaningful and valuable, turning into information.</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Or</a:t>
            </a:r>
            <a:endParaRPr lang="en-IN" sz="2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E1DD3DE-B883-F874-32A1-160A1069B1A5}"/>
              </a:ext>
            </a:extLst>
          </p:cNvPr>
          <p:cNvSpPr txBox="1"/>
          <p:nvPr/>
        </p:nvSpPr>
        <p:spPr>
          <a:xfrm>
            <a:off x="1109607" y="4593220"/>
            <a:ext cx="8753583" cy="892552"/>
          </a:xfrm>
          <a:prstGeom prst="rect">
            <a:avLst/>
          </a:prstGeom>
          <a:noFill/>
        </p:spPr>
        <p:txBody>
          <a:bodyPr wrap="square">
            <a:spAutoFit/>
          </a:bodyPr>
          <a:lstStyle/>
          <a:p>
            <a:r>
              <a:rPr lang="en-US" sz="2600" dirty="0">
                <a:latin typeface="Times New Roman" panose="02020603050405020304" pitchFamily="18" charset="0"/>
                <a:cs typeface="Times New Roman" panose="02020603050405020304" pitchFamily="18" charset="0"/>
              </a:rPr>
              <a:t>Data is any raw fact or figure that, when processed or organized, becomes useful. Data can be numbers, text, images, etc.</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3460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458E1F-303E-17EB-D72B-FC7B3BF6BAE1}"/>
              </a:ext>
            </a:extLst>
          </p:cNvPr>
          <p:cNvSpPr txBox="1"/>
          <p:nvPr/>
        </p:nvSpPr>
        <p:spPr>
          <a:xfrm>
            <a:off x="665251" y="2260583"/>
            <a:ext cx="6097712" cy="784830"/>
          </a:xfrm>
          <a:prstGeom prst="rect">
            <a:avLst/>
          </a:prstGeom>
          <a:noFill/>
        </p:spPr>
        <p:txBody>
          <a:bodyPr wrap="square">
            <a:spAutoFit/>
          </a:bodyPr>
          <a:lstStyle/>
          <a:p>
            <a:r>
              <a:rPr lang="en-US" sz="4500" b="1" dirty="0">
                <a:latin typeface="Times New Roman" panose="02020603050405020304" pitchFamily="18" charset="0"/>
                <a:cs typeface="Times New Roman" panose="02020603050405020304" pitchFamily="18" charset="0"/>
              </a:rPr>
              <a:t>What is a Database?</a:t>
            </a:r>
          </a:p>
        </p:txBody>
      </p:sp>
      <p:pic>
        <p:nvPicPr>
          <p:cNvPr id="7" name="Picture 6">
            <a:extLst>
              <a:ext uri="{FF2B5EF4-FFF2-40B4-BE49-F238E27FC236}">
                <a16:creationId xmlns:a16="http://schemas.microsoft.com/office/drawing/2014/main" id="{C638FA08-51A6-9583-B8F1-EE9B3D623E3C}"/>
              </a:ext>
            </a:extLst>
          </p:cNvPr>
          <p:cNvPicPr>
            <a:picLocks noChangeAspect="1"/>
          </p:cNvPicPr>
          <p:nvPr/>
        </p:nvPicPr>
        <p:blipFill>
          <a:blip r:embed="rId2"/>
          <a:stretch>
            <a:fillRect/>
          </a:stretch>
        </p:blipFill>
        <p:spPr>
          <a:xfrm>
            <a:off x="7167081" y="2095927"/>
            <a:ext cx="3662737" cy="3662737"/>
          </a:xfrm>
          <a:prstGeom prst="rect">
            <a:avLst/>
          </a:prstGeom>
        </p:spPr>
      </p:pic>
    </p:spTree>
    <p:extLst>
      <p:ext uri="{BB962C8B-B14F-4D97-AF65-F5344CB8AC3E}">
        <p14:creationId xmlns:p14="http://schemas.microsoft.com/office/powerpoint/2010/main" val="988881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BBE7DB-4DE9-317C-6308-A5D56CE1839E}"/>
              </a:ext>
            </a:extLst>
          </p:cNvPr>
          <p:cNvSpPr txBox="1"/>
          <p:nvPr/>
        </p:nvSpPr>
        <p:spPr>
          <a:xfrm>
            <a:off x="924674" y="1941816"/>
            <a:ext cx="8221894" cy="255454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What is a Database?</a:t>
            </a:r>
          </a:p>
          <a:p>
            <a:pPr algn="just"/>
            <a:br>
              <a:rPr lang="en-US" sz="24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A database is a collection of organized data that can be easily accessed, managed, and updated. Databases are used to store large amounts of data in a way that ensures data integrity, security, and ease of retrieval.</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9242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CE9746-CA89-81DB-9628-EE81FE401119}"/>
              </a:ext>
            </a:extLst>
          </p:cNvPr>
          <p:cNvSpPr txBox="1"/>
          <p:nvPr/>
        </p:nvSpPr>
        <p:spPr>
          <a:xfrm>
            <a:off x="891283" y="2014003"/>
            <a:ext cx="6097712" cy="784830"/>
          </a:xfrm>
          <a:prstGeom prst="rect">
            <a:avLst/>
          </a:prstGeom>
          <a:noFill/>
        </p:spPr>
        <p:txBody>
          <a:bodyPr wrap="square">
            <a:spAutoFit/>
          </a:bodyPr>
          <a:lstStyle/>
          <a:p>
            <a:r>
              <a:rPr lang="en-US" sz="4500" b="1" dirty="0">
                <a:latin typeface="Times New Roman" panose="02020603050405020304" pitchFamily="18" charset="0"/>
                <a:cs typeface="Times New Roman" panose="02020603050405020304" pitchFamily="18" charset="0"/>
              </a:rPr>
              <a:t>What is DBMS ?</a:t>
            </a:r>
            <a:endParaRPr lang="en-IN" sz="4500" dirty="0"/>
          </a:p>
        </p:txBody>
      </p:sp>
      <p:pic>
        <p:nvPicPr>
          <p:cNvPr id="5" name="Picture 4">
            <a:extLst>
              <a:ext uri="{FF2B5EF4-FFF2-40B4-BE49-F238E27FC236}">
                <a16:creationId xmlns:a16="http://schemas.microsoft.com/office/drawing/2014/main" id="{3BC9433B-2E1C-B827-2E6B-1D1240D8075B}"/>
              </a:ext>
            </a:extLst>
          </p:cNvPr>
          <p:cNvPicPr>
            <a:picLocks noChangeAspect="1"/>
          </p:cNvPicPr>
          <p:nvPr/>
        </p:nvPicPr>
        <p:blipFill>
          <a:blip r:embed="rId2"/>
          <a:stretch>
            <a:fillRect/>
          </a:stretch>
        </p:blipFill>
        <p:spPr>
          <a:xfrm>
            <a:off x="5914008" y="1466529"/>
            <a:ext cx="5469758" cy="4743483"/>
          </a:xfrm>
          <a:prstGeom prst="rect">
            <a:avLst/>
          </a:prstGeom>
        </p:spPr>
      </p:pic>
    </p:spTree>
    <p:extLst>
      <p:ext uri="{BB962C8B-B14F-4D97-AF65-F5344CB8AC3E}">
        <p14:creationId xmlns:p14="http://schemas.microsoft.com/office/powerpoint/2010/main" val="4248389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70CF19-22B5-E60B-AC85-92A9640B67F3}"/>
              </a:ext>
            </a:extLst>
          </p:cNvPr>
          <p:cNvSpPr txBox="1"/>
          <p:nvPr/>
        </p:nvSpPr>
        <p:spPr>
          <a:xfrm>
            <a:off x="1140432" y="1859623"/>
            <a:ext cx="8376006" cy="335476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What is DBMS (Database Management System)?</a:t>
            </a:r>
          </a:p>
          <a:p>
            <a:pPr algn="just"/>
            <a:br>
              <a:rPr lang="en-US"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DBMS is a software system that allows users to create, manage, and interact with databases. It provides tools for organizing, retrieving, and maintaining data efficiently. Examples of DBMS include Oracle, MySQL, and MS Access.</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833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46D25D-839C-CEF8-31AC-B87648444F1C}"/>
              </a:ext>
            </a:extLst>
          </p:cNvPr>
          <p:cNvPicPr>
            <a:picLocks noChangeAspect="1"/>
          </p:cNvPicPr>
          <p:nvPr/>
        </p:nvPicPr>
        <p:blipFill>
          <a:blip r:embed="rId2"/>
          <a:stretch>
            <a:fillRect/>
          </a:stretch>
        </p:blipFill>
        <p:spPr>
          <a:xfrm>
            <a:off x="801774" y="2241324"/>
            <a:ext cx="8900491" cy="4448234"/>
          </a:xfrm>
          <a:prstGeom prst="rect">
            <a:avLst/>
          </a:prstGeom>
        </p:spPr>
      </p:pic>
      <p:sp>
        <p:nvSpPr>
          <p:cNvPr id="7" name="TextBox 6">
            <a:extLst>
              <a:ext uri="{FF2B5EF4-FFF2-40B4-BE49-F238E27FC236}">
                <a16:creationId xmlns:a16="http://schemas.microsoft.com/office/drawing/2014/main" id="{2DB256BA-F1BB-1AAA-374D-C243C4E37543}"/>
              </a:ext>
            </a:extLst>
          </p:cNvPr>
          <p:cNvSpPr txBox="1"/>
          <p:nvPr/>
        </p:nvSpPr>
        <p:spPr>
          <a:xfrm>
            <a:off x="594361" y="1312063"/>
            <a:ext cx="6097604" cy="784830"/>
          </a:xfrm>
          <a:prstGeom prst="rect">
            <a:avLst/>
          </a:prstGeom>
          <a:noFill/>
        </p:spPr>
        <p:txBody>
          <a:bodyPr wrap="square">
            <a:spAutoFit/>
          </a:bodyPr>
          <a:lstStyle/>
          <a:p>
            <a:r>
              <a:rPr lang="en-US" sz="4500" b="1" dirty="0">
                <a:latin typeface="Times New Roman" panose="02020603050405020304" pitchFamily="18" charset="0"/>
                <a:cs typeface="Times New Roman" panose="02020603050405020304" pitchFamily="18" charset="0"/>
              </a:rPr>
              <a:t>What is RDBMS  ?</a:t>
            </a:r>
            <a:endParaRPr lang="en-IN" sz="4500" dirty="0"/>
          </a:p>
        </p:txBody>
      </p:sp>
    </p:spTree>
    <p:extLst>
      <p:ext uri="{BB962C8B-B14F-4D97-AF65-F5344CB8AC3E}">
        <p14:creationId xmlns:p14="http://schemas.microsoft.com/office/powerpoint/2010/main" val="3991379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2685D0-42DC-5907-3A96-F664735DF38E}"/>
              </a:ext>
            </a:extLst>
          </p:cNvPr>
          <p:cNvSpPr txBox="1"/>
          <p:nvPr/>
        </p:nvSpPr>
        <p:spPr>
          <a:xfrm>
            <a:off x="904126" y="1602769"/>
            <a:ext cx="8242442" cy="3847207"/>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What is RDBMS (Relational Database Management System)?</a:t>
            </a:r>
          </a:p>
          <a:p>
            <a:pPr algn="just"/>
            <a:br>
              <a:rPr lang="en-US" sz="24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RDBMS is a type of DBMS that stores data in the form of related tables, where each table consists of rows and columns. The relational model allows for data to be queried and organized in relationships, which makes it easier to retrieve and manage. Examples include MySQL, PostgreSQL, and Oracle.</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3776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1D0358-390C-00C1-299D-DFFA43E29AD1}"/>
              </a:ext>
            </a:extLst>
          </p:cNvPr>
          <p:cNvSpPr txBox="1"/>
          <p:nvPr/>
        </p:nvSpPr>
        <p:spPr>
          <a:xfrm>
            <a:off x="390419" y="727600"/>
            <a:ext cx="8447925" cy="1969770"/>
          </a:xfrm>
          <a:prstGeom prst="rect">
            <a:avLst/>
          </a:prstGeom>
          <a:noFill/>
        </p:spPr>
        <p:txBody>
          <a:bodyPr wrap="square">
            <a:spAutoFit/>
          </a:bodyPr>
          <a:lstStyle/>
          <a:p>
            <a:r>
              <a:rPr lang="en-US" sz="7200" b="1" dirty="0">
                <a:solidFill>
                  <a:schemeClr val="tx1"/>
                </a:solidFill>
                <a:latin typeface="Times New Roman" panose="02020603050405020304" pitchFamily="18" charset="0"/>
                <a:cs typeface="Times New Roman" panose="02020603050405020304" pitchFamily="18" charset="0"/>
              </a:rPr>
              <a:t>SQL</a:t>
            </a:r>
            <a:r>
              <a:rPr lang="en-US" sz="7200"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r>
              <a:rPr lang="en-US" sz="5000" b="1" dirty="0">
                <a:latin typeface="Times New Roman" panose="02020603050405020304" pitchFamily="18" charset="0"/>
                <a:cs typeface="Times New Roman" panose="02020603050405020304" pitchFamily="18" charset="0"/>
              </a:rPr>
              <a:t>(</a:t>
            </a:r>
            <a:r>
              <a:rPr lang="en-US" sz="5000" u="sng" dirty="0">
                <a:latin typeface="Times New Roman" panose="02020603050405020304" pitchFamily="18" charset="0"/>
                <a:cs typeface="Times New Roman" panose="02020603050405020304" pitchFamily="18" charset="0"/>
              </a:rPr>
              <a:t>Structured Query Language</a:t>
            </a:r>
            <a:r>
              <a:rPr lang="en-US" sz="5000" b="1" dirty="0">
                <a:latin typeface="Times New Roman" panose="02020603050405020304" pitchFamily="18" charset="0"/>
                <a:cs typeface="Times New Roman" panose="02020603050405020304" pitchFamily="18" charset="0"/>
              </a:rPr>
              <a:t>)</a:t>
            </a:r>
            <a:endParaRPr lang="en-IN" sz="5000" dirty="0"/>
          </a:p>
        </p:txBody>
      </p:sp>
      <p:pic>
        <p:nvPicPr>
          <p:cNvPr id="9" name="Picture 8">
            <a:extLst>
              <a:ext uri="{FF2B5EF4-FFF2-40B4-BE49-F238E27FC236}">
                <a16:creationId xmlns:a16="http://schemas.microsoft.com/office/drawing/2014/main" id="{0C08962C-BB93-148C-87D7-BAED970A120D}"/>
              </a:ext>
            </a:extLst>
          </p:cNvPr>
          <p:cNvPicPr>
            <a:picLocks noChangeAspect="1"/>
          </p:cNvPicPr>
          <p:nvPr/>
        </p:nvPicPr>
        <p:blipFill>
          <a:blip r:embed="rId2"/>
          <a:stretch>
            <a:fillRect/>
          </a:stretch>
        </p:blipFill>
        <p:spPr>
          <a:xfrm>
            <a:off x="0" y="2897312"/>
            <a:ext cx="12192000" cy="3832262"/>
          </a:xfrm>
          <a:prstGeom prst="rect">
            <a:avLst/>
          </a:prstGeom>
        </p:spPr>
      </p:pic>
    </p:spTree>
    <p:extLst>
      <p:ext uri="{BB962C8B-B14F-4D97-AF65-F5344CB8AC3E}">
        <p14:creationId xmlns:p14="http://schemas.microsoft.com/office/powerpoint/2010/main" val="452668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86F2E0-B18B-49F1-0A5C-3D298C93989B}"/>
              </a:ext>
            </a:extLst>
          </p:cNvPr>
          <p:cNvSpPr txBox="1"/>
          <p:nvPr/>
        </p:nvSpPr>
        <p:spPr>
          <a:xfrm>
            <a:off x="770562" y="1962364"/>
            <a:ext cx="8376006" cy="2585323"/>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What is SQL (Structured Query Language)?</a:t>
            </a:r>
          </a:p>
          <a:p>
            <a:pPr algn="just"/>
            <a:br>
              <a:rPr lang="en-US" sz="24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SQL is a Structured Query Language used to manage and manipulate relational databases. It is used for tasks like querying data, updating records, and creating or modifying database structures.</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5432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9FB1EB-54F2-5417-D4BC-DCB5C2952EDA}"/>
              </a:ext>
            </a:extLst>
          </p:cNvPr>
          <p:cNvSpPr txBox="1"/>
          <p:nvPr/>
        </p:nvSpPr>
        <p:spPr>
          <a:xfrm>
            <a:off x="498107" y="1437191"/>
            <a:ext cx="6097604" cy="784830"/>
          </a:xfrm>
          <a:prstGeom prst="rect">
            <a:avLst/>
          </a:prstGeom>
          <a:noFill/>
        </p:spPr>
        <p:txBody>
          <a:bodyPr wrap="square">
            <a:spAutoFit/>
          </a:bodyPr>
          <a:lstStyle/>
          <a:p>
            <a:r>
              <a:rPr lang="en-US" sz="4500" b="1" dirty="0">
                <a:latin typeface="Times New Roman" panose="02020603050405020304" pitchFamily="18" charset="0"/>
                <a:cs typeface="Times New Roman" panose="02020603050405020304" pitchFamily="18" charset="0"/>
              </a:rPr>
              <a:t>SQL vs MySQL</a:t>
            </a:r>
          </a:p>
        </p:txBody>
      </p:sp>
      <p:pic>
        <p:nvPicPr>
          <p:cNvPr id="5" name="Picture 4">
            <a:extLst>
              <a:ext uri="{FF2B5EF4-FFF2-40B4-BE49-F238E27FC236}">
                <a16:creationId xmlns:a16="http://schemas.microsoft.com/office/drawing/2014/main" id="{870B430E-DCA6-A6BA-6A50-0DF7A31AFE79}"/>
              </a:ext>
            </a:extLst>
          </p:cNvPr>
          <p:cNvPicPr>
            <a:picLocks noChangeAspect="1"/>
          </p:cNvPicPr>
          <p:nvPr/>
        </p:nvPicPr>
        <p:blipFill>
          <a:blip r:embed="rId2"/>
          <a:stretch>
            <a:fillRect/>
          </a:stretch>
        </p:blipFill>
        <p:spPr>
          <a:xfrm>
            <a:off x="4109987" y="2849078"/>
            <a:ext cx="7921592" cy="3821229"/>
          </a:xfrm>
          <a:prstGeom prst="rect">
            <a:avLst/>
          </a:prstGeom>
        </p:spPr>
      </p:pic>
    </p:spTree>
    <p:extLst>
      <p:ext uri="{BB962C8B-B14F-4D97-AF65-F5344CB8AC3E}">
        <p14:creationId xmlns:p14="http://schemas.microsoft.com/office/powerpoint/2010/main" val="3558222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1EDA53-436E-1652-1C1C-8A5F34384C56}"/>
              </a:ext>
            </a:extLst>
          </p:cNvPr>
          <p:cNvSpPr txBox="1"/>
          <p:nvPr/>
        </p:nvSpPr>
        <p:spPr>
          <a:xfrm>
            <a:off x="1345915" y="1387009"/>
            <a:ext cx="8887146" cy="5201424"/>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SQL vs MySQL</a:t>
            </a:r>
          </a:p>
          <a:p>
            <a:endParaRPr lang="en-US" sz="3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600" b="1" u="sng" dirty="0">
                <a:latin typeface="Times New Roman" panose="02020603050405020304" pitchFamily="18" charset="0"/>
                <a:cs typeface="Times New Roman" panose="02020603050405020304" pitchFamily="18" charset="0"/>
              </a:rPr>
              <a:t>SQL (Structured Query Language):</a:t>
            </a:r>
          </a:p>
          <a:p>
            <a:pPr>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A language used for interacting with relational databases. It defines the operations that can be performed on the data within databases, such as SELECT, INSERT, UPDATE, and DELETE.</a:t>
            </a:r>
          </a:p>
          <a:p>
            <a:pPr>
              <a:buFont typeface="Arial" panose="020B0604020202020204" pitchFamily="34" charset="0"/>
              <a:buChar char="•"/>
            </a:pPr>
            <a:endParaRPr lang="en-US" sz="3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600" b="1" u="sng" dirty="0">
                <a:latin typeface="Times New Roman" panose="02020603050405020304" pitchFamily="18" charset="0"/>
                <a:cs typeface="Times New Roman" panose="02020603050405020304" pitchFamily="18" charset="0"/>
              </a:rPr>
              <a:t>MySQL:</a:t>
            </a:r>
            <a:r>
              <a:rPr lang="en-US" sz="26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A specific RDBMS that uses SQL to manage data. MySQL is a software tool that implements the SQL standard and allows users to store, modify, and query data in a database.</a:t>
            </a:r>
          </a:p>
          <a:p>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2501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FB9B24-011C-9D28-2F6A-732C63715745}"/>
              </a:ext>
            </a:extLst>
          </p:cNvPr>
          <p:cNvSpPr txBox="1"/>
          <p:nvPr/>
        </p:nvSpPr>
        <p:spPr>
          <a:xfrm rot="20681329">
            <a:off x="2923672" y="2274995"/>
            <a:ext cx="6097604" cy="1938992"/>
          </a:xfrm>
          <a:prstGeom prst="rect">
            <a:avLst/>
          </a:prstGeom>
          <a:noFill/>
        </p:spPr>
        <p:txBody>
          <a:bodyPr wrap="square">
            <a:spAutoFit/>
          </a:bodyPr>
          <a:lstStyle/>
          <a:p>
            <a:r>
              <a:rPr lang="en-US" sz="12000" i="1" dirty="0">
                <a:latin typeface="Blackadder ITC" panose="04020505051007020D02" pitchFamily="82" charset="0"/>
                <a:cs typeface="Times New Roman" panose="02020603050405020304" pitchFamily="18" charset="0"/>
              </a:rPr>
              <a:t>Thank you</a:t>
            </a:r>
            <a:endParaRPr lang="en-IN" sz="12000" i="1" dirty="0">
              <a:latin typeface="Blackadder ITC" panose="04020505051007020D02" pitchFamily="82" charset="0"/>
            </a:endParaRPr>
          </a:p>
        </p:txBody>
      </p:sp>
    </p:spTree>
    <p:extLst>
      <p:ext uri="{BB962C8B-B14F-4D97-AF65-F5344CB8AC3E}">
        <p14:creationId xmlns:p14="http://schemas.microsoft.com/office/powerpoint/2010/main" val="10401528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259</TotalTime>
  <Words>392</Words>
  <Application>Microsoft Office PowerPoint</Application>
  <PresentationFormat>Widescreen</PresentationFormat>
  <Paragraphs>27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Blackadder ITC</vt:lpstr>
      <vt:lpstr>Century Gothic</vt:lpstr>
      <vt:lpstr>Times New Roman</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VAIBHAV BANGAL</dc:creator>
  <cp:lastModifiedBy>VAIBHAV BANGAL</cp:lastModifiedBy>
  <cp:revision>4</cp:revision>
  <dcterms:created xsi:type="dcterms:W3CDTF">2024-09-08T03:46:13Z</dcterms:created>
  <dcterms:modified xsi:type="dcterms:W3CDTF">2025-08-13T12:31:23Z</dcterms:modified>
</cp:coreProperties>
</file>